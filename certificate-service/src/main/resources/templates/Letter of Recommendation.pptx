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69200" cy="10699750"/>
  <p:notesSz cx="75692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SKILLEDUP.TECH/" TargetMode="External"/><Relationship Id="rId3" Type="http://schemas.openxmlformats.org/officeDocument/2006/relationships/hyperlink" Target="mailto:test@gmail.com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hyperlink" Target="mailto:info@skilledup.tech" TargetMode="External"/><Relationship Id="rId9" Type="http://schemas.openxmlformats.org/officeDocument/2006/relationships/image" Target="../media/image5.jpg"/><Relationship Id="rId10" Type="http://schemas.openxmlformats.org/officeDocument/2006/relationships/image" Target="../media/image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580" y="10287000"/>
            <a:ext cx="6666230" cy="241300"/>
          </a:xfrm>
          <a:prstGeom prst="rect">
            <a:avLst/>
          </a:prstGeom>
          <a:solidFill>
            <a:srgbClr val="4471C4"/>
          </a:solidFill>
        </p:spPr>
        <p:txBody>
          <a:bodyPr wrap="square" lIns="0" tIns="45719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359"/>
              </a:spcBef>
              <a:tabLst>
                <a:tab pos="5528310" algn="l"/>
              </a:tabLst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CIN: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U85499UP2025PTC222715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WWW.SKILLEDUP.TECH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736" y="2074519"/>
            <a:ext cx="6698615" cy="5505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4963795">
              <a:lnSpc>
                <a:spcPct val="113199"/>
              </a:lnSpc>
              <a:spcBef>
                <a:spcPts val="90"/>
              </a:spcBef>
            </a:pPr>
            <a:r>
              <a:rPr dirty="0" sz="1100" spc="-70">
                <a:latin typeface="Arial Black"/>
                <a:cs typeface="Arial Black"/>
              </a:rPr>
              <a:t>Date:</a:t>
            </a:r>
            <a:r>
              <a:rPr dirty="0" sz="1100" spc="70">
                <a:latin typeface="Arial Black"/>
                <a:cs typeface="Arial Black"/>
              </a:rPr>
              <a:t> </a:t>
            </a:r>
            <a:r>
              <a:rPr dirty="0" sz="1100">
                <a:latin typeface="Tahoma"/>
                <a:cs typeface="Tahoma"/>
              </a:rPr>
              <a:t>1st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December,</a:t>
            </a:r>
            <a:r>
              <a:rPr dirty="0" sz="1100" spc="9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2025 </a:t>
            </a:r>
            <a:r>
              <a:rPr dirty="0" sz="1100" spc="-90">
                <a:latin typeface="Arial Black"/>
                <a:cs typeface="Arial Black"/>
              </a:rPr>
              <a:t>Email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ID:</a:t>
            </a:r>
            <a:r>
              <a:rPr dirty="0" sz="1100" spc="10">
                <a:latin typeface="Arial Black"/>
                <a:cs typeface="Arial Black"/>
              </a:rPr>
              <a:t> </a:t>
            </a: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3"/>
              </a:rPr>
              <a:t>test@gmail.com</a:t>
            </a:r>
            <a:r>
              <a:rPr dirty="0" u="none" sz="1100" spc="-10">
                <a:solidFill>
                  <a:srgbClr val="0462C1"/>
                </a:solidFill>
                <a:latin typeface="Tahoma"/>
                <a:cs typeface="Tahoma"/>
              </a:rPr>
              <a:t> </a:t>
            </a:r>
            <a:r>
              <a:rPr dirty="0" u="none" sz="1100" spc="-40">
                <a:latin typeface="Arial Black"/>
                <a:cs typeface="Arial Black"/>
              </a:rPr>
              <a:t>Intern</a:t>
            </a:r>
            <a:r>
              <a:rPr dirty="0" u="none" sz="1100" spc="-65">
                <a:latin typeface="Arial Black"/>
                <a:cs typeface="Arial Black"/>
              </a:rPr>
              <a:t> </a:t>
            </a:r>
            <a:r>
              <a:rPr dirty="0" u="none" sz="1100" spc="-60">
                <a:latin typeface="Arial Black"/>
                <a:cs typeface="Arial Black"/>
              </a:rPr>
              <a:t>Id: </a:t>
            </a:r>
            <a:r>
              <a:rPr dirty="0" u="none" sz="1100" spc="-10">
                <a:latin typeface="Tahoma"/>
                <a:cs typeface="Tahoma"/>
              </a:rPr>
              <a:t>INTYYMM00001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100">
              <a:latin typeface="Tahoma"/>
              <a:cs typeface="Tahoma"/>
            </a:endParaRPr>
          </a:p>
          <a:p>
            <a:pPr marL="21590">
              <a:lnSpc>
                <a:spcPct val="100000"/>
              </a:lnSpc>
            </a:pPr>
            <a:r>
              <a:rPr dirty="0" sz="1300" spc="-95">
                <a:latin typeface="Arial Black"/>
                <a:cs typeface="Arial Black"/>
              </a:rPr>
              <a:t>Subject:</a:t>
            </a:r>
            <a:r>
              <a:rPr dirty="0" sz="1300" spc="-70">
                <a:latin typeface="Arial Black"/>
                <a:cs typeface="Arial Black"/>
              </a:rPr>
              <a:t> </a:t>
            </a:r>
            <a:r>
              <a:rPr dirty="0" sz="1300" spc="-65">
                <a:latin typeface="Arial Black"/>
                <a:cs typeface="Arial Black"/>
              </a:rPr>
              <a:t>Letter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40">
                <a:latin typeface="Arial Black"/>
                <a:cs typeface="Arial Black"/>
              </a:rPr>
              <a:t>of</a:t>
            </a:r>
            <a:r>
              <a:rPr dirty="0" sz="1300" spc="-60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Recommendation</a:t>
            </a:r>
            <a:endParaRPr sz="1300">
              <a:latin typeface="Arial Black"/>
              <a:cs typeface="Arial Black"/>
            </a:endParaRPr>
          </a:p>
          <a:p>
            <a:pPr marL="21590">
              <a:lnSpc>
                <a:spcPct val="100000"/>
              </a:lnSpc>
              <a:spcBef>
                <a:spcPts val="1595"/>
              </a:spcBef>
            </a:pPr>
            <a:r>
              <a:rPr dirty="0" sz="1100" spc="-120">
                <a:latin typeface="Arial Black"/>
                <a:cs typeface="Arial Black"/>
              </a:rPr>
              <a:t>To</a:t>
            </a:r>
            <a:r>
              <a:rPr dirty="0" sz="1100" spc="-70">
                <a:latin typeface="Arial Black"/>
                <a:cs typeface="Arial Black"/>
              </a:rPr>
              <a:t> </a:t>
            </a:r>
            <a:r>
              <a:rPr dirty="0" sz="1100" spc="-40">
                <a:latin typeface="Arial Black"/>
                <a:cs typeface="Arial Black"/>
              </a:rPr>
              <a:t>Whom</a:t>
            </a:r>
            <a:r>
              <a:rPr dirty="0" sz="1100" spc="-70">
                <a:latin typeface="Arial Black"/>
                <a:cs typeface="Arial Black"/>
              </a:rPr>
              <a:t> </a:t>
            </a:r>
            <a:r>
              <a:rPr dirty="0" sz="1100" spc="-40">
                <a:latin typeface="Arial Black"/>
                <a:cs typeface="Arial Black"/>
              </a:rPr>
              <a:t>It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May</a:t>
            </a:r>
            <a:r>
              <a:rPr dirty="0" sz="1100" spc="-8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Concern,</a:t>
            </a:r>
            <a:endParaRPr sz="1100">
              <a:latin typeface="Arial Black"/>
              <a:cs typeface="Arial Black"/>
            </a:endParaRPr>
          </a:p>
          <a:p>
            <a:pPr algn="just" marL="21590" marR="5080">
              <a:lnSpc>
                <a:spcPct val="113599"/>
              </a:lnSpc>
              <a:spcBef>
                <a:spcPts val="1390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certify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Mr.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Rahul</a:t>
            </a:r>
            <a:r>
              <a:rPr dirty="0" sz="1100" spc="10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Singh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(Intern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ID: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114">
                <a:latin typeface="Arial Black"/>
                <a:cs typeface="Arial Black"/>
              </a:rPr>
              <a:t>INTYYMM00001)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>
                <a:latin typeface="Tahoma"/>
                <a:cs typeface="Tahoma"/>
              </a:rPr>
              <a:t>has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successfully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completed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his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20">
                <a:latin typeface="Arial Black"/>
                <a:cs typeface="Arial Black"/>
              </a:rPr>
              <a:t>Data </a:t>
            </a:r>
            <a:r>
              <a:rPr dirty="0" sz="1100" spc="-130">
                <a:latin typeface="Arial Black"/>
                <a:cs typeface="Arial Black"/>
              </a:rPr>
              <a:t>Science</a:t>
            </a:r>
            <a:r>
              <a:rPr dirty="0" sz="1100" spc="45">
                <a:latin typeface="Arial Black"/>
                <a:cs typeface="Arial Black"/>
              </a:rPr>
              <a:t> </a:t>
            </a:r>
            <a:r>
              <a:rPr dirty="0" sz="1100" spc="-45">
                <a:latin typeface="Arial Black"/>
                <a:cs typeface="Arial Black"/>
              </a:rPr>
              <a:t>Internship</a:t>
            </a:r>
            <a:r>
              <a:rPr dirty="0" sz="1100" spc="70">
                <a:latin typeface="Arial Black"/>
                <a:cs typeface="Arial Black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Skilledup</a:t>
            </a:r>
            <a:r>
              <a:rPr dirty="0" sz="1100" spc="45">
                <a:latin typeface="Arial Black"/>
                <a:cs typeface="Arial Black"/>
              </a:rPr>
              <a:t> </a:t>
            </a:r>
            <a:r>
              <a:rPr dirty="0" sz="1100" spc="-95">
                <a:latin typeface="Arial Black"/>
                <a:cs typeface="Arial Black"/>
              </a:rPr>
              <a:t>Technology</a:t>
            </a:r>
            <a:r>
              <a:rPr dirty="0" sz="1100" spc="25">
                <a:latin typeface="Arial Black"/>
                <a:cs typeface="Arial Black"/>
              </a:rPr>
              <a:t> </a:t>
            </a:r>
            <a:r>
              <a:rPr dirty="0" sz="1100" spc="-65">
                <a:latin typeface="Arial Black"/>
                <a:cs typeface="Arial Black"/>
              </a:rPr>
              <a:t>Private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 spc="-55">
                <a:latin typeface="Arial Black"/>
                <a:cs typeface="Arial Black"/>
              </a:rPr>
              <a:t>Limited</a:t>
            </a:r>
            <a:r>
              <a:rPr dirty="0" sz="1100" spc="70">
                <a:latin typeface="Arial Black"/>
                <a:cs typeface="Arial Black"/>
              </a:rPr>
              <a:t> </a:t>
            </a:r>
            <a:r>
              <a:rPr dirty="0" sz="1100">
                <a:latin typeface="Tahoma"/>
                <a:cs typeface="Tahoma"/>
              </a:rPr>
              <a:t>during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10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period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1st</a:t>
            </a:r>
            <a:r>
              <a:rPr dirty="0" sz="1100" spc="55">
                <a:latin typeface="Arial Black"/>
                <a:cs typeface="Arial Black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October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55">
                <a:latin typeface="Arial Black"/>
                <a:cs typeface="Arial Black"/>
              </a:rPr>
              <a:t>2025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25">
                <a:latin typeface="Arial Black"/>
                <a:cs typeface="Arial Black"/>
              </a:rPr>
              <a:t>to </a:t>
            </a:r>
            <a:r>
              <a:rPr dirty="0" sz="1100" spc="-70">
                <a:latin typeface="Arial Black"/>
                <a:cs typeface="Arial Black"/>
              </a:rPr>
              <a:t>30th</a:t>
            </a:r>
            <a:r>
              <a:rPr dirty="0" sz="1100" spc="-50">
                <a:latin typeface="Arial Black"/>
                <a:cs typeface="Arial Black"/>
              </a:rPr>
              <a:t> </a:t>
            </a:r>
            <a:r>
              <a:rPr dirty="0" sz="1100" spc="-55">
                <a:latin typeface="Arial Black"/>
                <a:cs typeface="Arial Black"/>
              </a:rPr>
              <a:t>November</a:t>
            </a:r>
            <a:r>
              <a:rPr dirty="0" sz="1100" spc="-45">
                <a:latin typeface="Arial Black"/>
                <a:cs typeface="Arial Black"/>
              </a:rPr>
              <a:t> </a:t>
            </a:r>
            <a:r>
              <a:rPr dirty="0" sz="1100" spc="-20">
                <a:latin typeface="Arial Black"/>
                <a:cs typeface="Arial Black"/>
              </a:rPr>
              <a:t>2025</a:t>
            </a:r>
            <a:r>
              <a:rPr dirty="0" sz="1100" spc="-2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Tahoma"/>
              <a:cs typeface="Tahoma"/>
            </a:endParaRPr>
          </a:p>
          <a:p>
            <a:pPr algn="just" marL="21590" marR="5715">
              <a:lnSpc>
                <a:spcPct val="113300"/>
              </a:lnSpc>
            </a:pPr>
            <a:r>
              <a:rPr dirty="0" sz="1100">
                <a:latin typeface="Tahoma"/>
                <a:cs typeface="Tahoma"/>
              </a:rPr>
              <a:t>During</a:t>
            </a:r>
            <a:r>
              <a:rPr dirty="0" sz="1100" spc="4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48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internship</a:t>
            </a:r>
            <a:r>
              <a:rPr dirty="0" sz="1100" spc="4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tenure,</a:t>
            </a:r>
            <a:r>
              <a:rPr dirty="0" sz="1100" spc="4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Rahul</a:t>
            </a:r>
            <a:r>
              <a:rPr dirty="0" sz="1100" spc="4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consistently</a:t>
            </a:r>
            <a:r>
              <a:rPr dirty="0" sz="1100" spc="46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demonstrated</a:t>
            </a:r>
            <a:r>
              <a:rPr dirty="0" sz="1100" spc="4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459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strong</a:t>
            </a:r>
            <a:r>
              <a:rPr dirty="0" sz="1100" spc="4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sense</a:t>
            </a:r>
            <a:r>
              <a:rPr dirty="0" sz="1100" spc="4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48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responsibility, </a:t>
            </a:r>
            <a:r>
              <a:rPr dirty="0" sz="1100" spc="20">
                <a:latin typeface="Tahoma"/>
                <a:cs typeface="Tahoma"/>
              </a:rPr>
              <a:t>professionalism,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commitment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toward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assigned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tasks. He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was</a:t>
            </a:r>
            <a:r>
              <a:rPr dirty="0" sz="1100" spc="10">
                <a:latin typeface="Tahoma"/>
                <a:cs typeface="Tahoma"/>
              </a:rPr>
              <a:t> actively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involved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in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project </a:t>
            </a:r>
            <a:r>
              <a:rPr dirty="0" sz="1100" spc="-10">
                <a:latin typeface="Tahoma"/>
                <a:cs typeface="Tahoma"/>
              </a:rPr>
              <a:t>execution </a:t>
            </a:r>
            <a:r>
              <a:rPr dirty="0" sz="1100" spc="50">
                <a:latin typeface="Tahoma"/>
                <a:cs typeface="Tahoma"/>
              </a:rPr>
              <a:t>and</a:t>
            </a:r>
            <a:r>
              <a:rPr dirty="0" sz="1100" spc="13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displayed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excellent</a:t>
            </a:r>
            <a:r>
              <a:rPr dirty="0" sz="1100" spc="14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punctuality</a:t>
            </a:r>
            <a:r>
              <a:rPr dirty="0" sz="1100" spc="13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in</a:t>
            </a:r>
            <a:r>
              <a:rPr dirty="0" sz="1100" spc="14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delivering</a:t>
            </a:r>
            <a:r>
              <a:rPr dirty="0" sz="1100" spc="14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work</a:t>
            </a:r>
            <a:r>
              <a:rPr dirty="0" sz="1100" spc="10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within</a:t>
            </a:r>
            <a:r>
              <a:rPr dirty="0" sz="1100" spc="13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stipulated</a:t>
            </a:r>
            <a:r>
              <a:rPr dirty="0" sz="1100" spc="14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timelines.</a:t>
            </a:r>
            <a:r>
              <a:rPr dirty="0" sz="1100" spc="13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His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ability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to</a:t>
            </a:r>
            <a:r>
              <a:rPr dirty="0" sz="1100" spc="1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quickly </a:t>
            </a:r>
            <a:r>
              <a:rPr dirty="0" sz="1100" spc="45">
                <a:latin typeface="Tahoma"/>
                <a:cs typeface="Tahoma"/>
              </a:rPr>
              <a:t>understand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requirements</a:t>
            </a:r>
            <a:r>
              <a:rPr dirty="0" sz="1100" spc="1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translate</a:t>
            </a:r>
            <a:r>
              <a:rPr dirty="0" sz="1100" spc="145">
                <a:latin typeface="Tahoma"/>
                <a:cs typeface="Tahoma"/>
              </a:rPr>
              <a:t> </a:t>
            </a:r>
            <a:r>
              <a:rPr dirty="0" sz="1100" spc="50">
                <a:latin typeface="Tahoma"/>
                <a:cs typeface="Tahoma"/>
              </a:rPr>
              <a:t>them</a:t>
            </a:r>
            <a:r>
              <a:rPr dirty="0" sz="1100" spc="1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1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effective,</a:t>
            </a:r>
            <a:r>
              <a:rPr dirty="0" sz="1100" spc="1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data-driven</a:t>
            </a:r>
            <a:r>
              <a:rPr dirty="0" sz="1100" spc="1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solutions</a:t>
            </a:r>
            <a:r>
              <a:rPr dirty="0" sz="1100" spc="1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was</a:t>
            </a:r>
            <a:r>
              <a:rPr dirty="0" sz="1100" spc="1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commendable.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Tahoma"/>
              <a:cs typeface="Tahoma"/>
            </a:endParaRPr>
          </a:p>
          <a:p>
            <a:pPr algn="just" marL="21590" marR="9525">
              <a:lnSpc>
                <a:spcPct val="113199"/>
              </a:lnSpc>
            </a:pPr>
            <a:r>
              <a:rPr dirty="0" sz="1100" spc="10">
                <a:latin typeface="Tahoma"/>
                <a:cs typeface="Tahoma"/>
              </a:rPr>
              <a:t>Rahul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exhibited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a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positive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attitude, strong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willingness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to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learn,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and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the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capability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to work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efficiently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both </a:t>
            </a:r>
            <a:r>
              <a:rPr dirty="0" sz="1100">
                <a:latin typeface="Tahoma"/>
                <a:cs typeface="Tahoma"/>
              </a:rPr>
              <a:t>independently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40">
                <a:latin typeface="Tahoma"/>
                <a:cs typeface="Tahoma"/>
              </a:rPr>
              <a:t>and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collaboratively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within</a:t>
            </a:r>
            <a:r>
              <a:rPr dirty="0" sz="1100" spc="1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10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team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environment.</a:t>
            </a:r>
            <a:r>
              <a:rPr dirty="0" sz="1100" spc="1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His</a:t>
            </a:r>
            <a:r>
              <a:rPr dirty="0" sz="1100" spc="1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discipline,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work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ethic,</a:t>
            </a:r>
            <a:r>
              <a:rPr dirty="0" sz="1100" spc="1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dedication </a:t>
            </a:r>
            <a:r>
              <a:rPr dirty="0" sz="1100" spc="20">
                <a:latin typeface="Tahoma"/>
                <a:cs typeface="Tahoma"/>
              </a:rPr>
              <a:t>significantly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contributed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to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the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successful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completion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of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assigned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projects.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Tahoma"/>
              <a:cs typeface="Tahoma"/>
            </a:endParaRPr>
          </a:p>
          <a:p>
            <a:pPr algn="just" marL="21590" marR="7620">
              <a:lnSpc>
                <a:spcPct val="113599"/>
              </a:lnSpc>
              <a:spcBef>
                <a:spcPts val="5"/>
              </a:spcBef>
            </a:pPr>
            <a:r>
              <a:rPr dirty="0" sz="1100" spc="20">
                <a:latin typeface="Tahoma"/>
                <a:cs typeface="Tahoma"/>
              </a:rPr>
              <a:t>We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40">
                <a:latin typeface="Tahoma"/>
                <a:cs typeface="Tahoma"/>
              </a:rPr>
              <a:t>found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Rahul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Singh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be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10">
                <a:latin typeface="Tahoma"/>
                <a:cs typeface="Tahoma"/>
              </a:rPr>
              <a:t>sincere,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hardworking,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30">
                <a:latin typeface="Tahoma"/>
                <a:cs typeface="Tahoma"/>
              </a:rPr>
              <a:t>and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dependable.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Based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his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performance,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conduct, </a:t>
            </a:r>
            <a:r>
              <a:rPr dirty="0" sz="1100" spc="50">
                <a:latin typeface="Tahoma"/>
                <a:cs typeface="Tahoma"/>
              </a:rPr>
              <a:t>and</a:t>
            </a:r>
            <a:r>
              <a:rPr dirty="0" sz="1100" spc="15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professional</a:t>
            </a:r>
            <a:r>
              <a:rPr dirty="0" sz="1100" spc="150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approach,</a:t>
            </a:r>
            <a:r>
              <a:rPr dirty="0" sz="1100" spc="15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150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confidently</a:t>
            </a:r>
            <a:r>
              <a:rPr dirty="0" sz="1100" spc="155">
                <a:latin typeface="Tahoma"/>
                <a:cs typeface="Tahoma"/>
              </a:rPr>
              <a:t>  </a:t>
            </a:r>
            <a:r>
              <a:rPr dirty="0" sz="1100" spc="50">
                <a:latin typeface="Tahoma"/>
                <a:cs typeface="Tahoma"/>
              </a:rPr>
              <a:t>recommend</a:t>
            </a:r>
            <a:r>
              <a:rPr dirty="0" sz="1100" spc="145">
                <a:latin typeface="Tahoma"/>
                <a:cs typeface="Tahoma"/>
              </a:rPr>
              <a:t>  </a:t>
            </a:r>
            <a:r>
              <a:rPr dirty="0" sz="1100" spc="60">
                <a:latin typeface="Tahoma"/>
                <a:cs typeface="Tahoma"/>
              </a:rPr>
              <a:t>him</a:t>
            </a:r>
            <a:r>
              <a:rPr dirty="0" sz="1100" spc="15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for</a:t>
            </a:r>
            <a:r>
              <a:rPr dirty="0" sz="1100" spc="150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future</a:t>
            </a:r>
            <a:r>
              <a:rPr dirty="0" sz="1100" spc="15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academic</a:t>
            </a:r>
            <a:r>
              <a:rPr dirty="0" sz="1100" spc="150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pursuits</a:t>
            </a:r>
            <a:r>
              <a:rPr dirty="0" sz="1100" spc="150">
                <a:latin typeface="Tahoma"/>
                <a:cs typeface="Tahoma"/>
              </a:rPr>
              <a:t>  </a:t>
            </a:r>
            <a:r>
              <a:rPr dirty="0" sz="1100" spc="25">
                <a:latin typeface="Tahoma"/>
                <a:cs typeface="Tahoma"/>
              </a:rPr>
              <a:t>or </a:t>
            </a:r>
            <a:r>
              <a:rPr dirty="0" sz="1100" spc="20">
                <a:latin typeface="Tahoma"/>
                <a:cs typeface="Tahoma"/>
              </a:rPr>
              <a:t>professional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opportunities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in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the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field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of Data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20">
                <a:latin typeface="Tahoma"/>
                <a:cs typeface="Tahoma"/>
              </a:rPr>
              <a:t>Science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50">
                <a:latin typeface="Tahoma"/>
                <a:cs typeface="Tahoma"/>
              </a:rPr>
              <a:t>and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Analytics.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Tahoma"/>
              <a:cs typeface="Tahoma"/>
            </a:endParaRPr>
          </a:p>
          <a:p>
            <a:pPr algn="just" marL="21590"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wish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55">
                <a:latin typeface="Tahoma"/>
                <a:cs typeface="Tahoma"/>
              </a:rPr>
              <a:t>him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every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success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his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future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endeavors.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100">
              <a:latin typeface="Tahoma"/>
              <a:cs typeface="Tahoma"/>
            </a:endParaRPr>
          </a:p>
          <a:p>
            <a:pPr marL="21590"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For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Skilledup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-90">
                <a:latin typeface="Arial Black"/>
                <a:cs typeface="Arial Black"/>
              </a:rPr>
              <a:t>Technologies</a:t>
            </a:r>
            <a:r>
              <a:rPr dirty="0" sz="1100" spc="-10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Pvt.</a:t>
            </a:r>
            <a:r>
              <a:rPr dirty="0" sz="1100" spc="-25">
                <a:latin typeface="Arial Black"/>
                <a:cs typeface="Arial Black"/>
              </a:rPr>
              <a:t> </a:t>
            </a:r>
            <a:r>
              <a:rPr dirty="0" sz="1100" spc="-20">
                <a:latin typeface="Arial Black"/>
                <a:cs typeface="Arial Black"/>
              </a:rPr>
              <a:t>Ltd.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880" y="8174583"/>
            <a:ext cx="1423035" cy="46164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100" spc="-65">
                <a:latin typeface="Arial Black"/>
                <a:cs typeface="Arial Black"/>
              </a:rPr>
              <a:t>Vijay</a:t>
            </a:r>
            <a:r>
              <a:rPr dirty="0" sz="1100" spc="-55">
                <a:latin typeface="Arial Black"/>
                <a:cs typeface="Arial Black"/>
              </a:rPr>
              <a:t> Narayan</a:t>
            </a:r>
            <a:r>
              <a:rPr dirty="0" sz="1100" spc="-40">
                <a:latin typeface="Arial Black"/>
                <a:cs typeface="Arial Black"/>
              </a:rPr>
              <a:t> </a:t>
            </a:r>
            <a:r>
              <a:rPr dirty="0" sz="1100" spc="-60">
                <a:latin typeface="Arial Black"/>
                <a:cs typeface="Arial Black"/>
              </a:rPr>
              <a:t>Singh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100" spc="-25">
                <a:latin typeface="Tahoma"/>
                <a:cs typeface="Tahoma"/>
              </a:rPr>
              <a:t>CEO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845" y="7607820"/>
            <a:ext cx="839003" cy="58562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238887"/>
            <a:ext cx="7383145" cy="1655445"/>
            <a:chOff x="0" y="238887"/>
            <a:chExt cx="7383145" cy="1655445"/>
          </a:xfrm>
        </p:grpSpPr>
        <p:sp>
          <p:nvSpPr>
            <p:cNvPr id="7" name="object 7"/>
            <p:cNvSpPr/>
            <p:nvPr/>
          </p:nvSpPr>
          <p:spPr>
            <a:xfrm>
              <a:off x="0" y="238887"/>
              <a:ext cx="7383145" cy="1655445"/>
            </a:xfrm>
            <a:custGeom>
              <a:avLst/>
              <a:gdLst/>
              <a:ahLst/>
              <a:cxnLst/>
              <a:rect l="l" t="t" r="r" b="b"/>
              <a:pathLst>
                <a:path w="7383145" h="1655445">
                  <a:moveTo>
                    <a:pt x="7382764" y="0"/>
                  </a:moveTo>
                  <a:lnTo>
                    <a:pt x="0" y="0"/>
                  </a:lnTo>
                  <a:lnTo>
                    <a:pt x="0" y="1655318"/>
                  </a:lnTo>
                  <a:lnTo>
                    <a:pt x="7382764" y="1655318"/>
                  </a:lnTo>
                  <a:lnTo>
                    <a:pt x="7382764" y="0"/>
                  </a:lnTo>
                  <a:close/>
                </a:path>
              </a:pathLst>
            </a:custGeom>
            <a:solidFill>
              <a:srgbClr val="2A4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11621" y="238887"/>
              <a:ext cx="1771650" cy="281305"/>
            </a:xfrm>
            <a:custGeom>
              <a:avLst/>
              <a:gdLst/>
              <a:ahLst/>
              <a:cxnLst/>
              <a:rect l="l" t="t" r="r" b="b"/>
              <a:pathLst>
                <a:path w="1771650" h="281305">
                  <a:moveTo>
                    <a:pt x="1771142" y="0"/>
                  </a:moveTo>
                  <a:lnTo>
                    <a:pt x="0" y="0"/>
                  </a:lnTo>
                  <a:lnTo>
                    <a:pt x="0" y="281304"/>
                  </a:lnTo>
                  <a:lnTo>
                    <a:pt x="1771142" y="281304"/>
                  </a:lnTo>
                  <a:lnTo>
                    <a:pt x="1771142" y="0"/>
                  </a:lnTo>
                  <a:close/>
                </a:path>
              </a:pathLst>
            </a:custGeom>
            <a:solidFill>
              <a:srgbClr val="DFC6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5748" y="548386"/>
              <a:ext cx="111125" cy="1616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6351" y="941705"/>
              <a:ext cx="148716" cy="1377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20669" y="1280795"/>
              <a:ext cx="139572" cy="22936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80003" y="490220"/>
            <a:ext cx="3076575" cy="970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0120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4131330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  <a:hlinkClick r:id="rId8"/>
              </a:rPr>
              <a:t>info@skilledup.tech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E8,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Sector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3,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Noida,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Uttar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Pradesh,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India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201301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83363" y="7605014"/>
            <a:ext cx="1098721" cy="12319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5150" y="230505"/>
            <a:ext cx="1828800" cy="1670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www.skilledup.tech</dc:creator>
  <dc:title>CIN: U85499UP2025PTC222715</dc:title>
  <dcterms:created xsi:type="dcterms:W3CDTF">2026-01-15T06:24:51Z</dcterms:created>
  <dcterms:modified xsi:type="dcterms:W3CDTF">2026-01-15T06:24:51Z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2026-01-15T00:00:00Z</vt:filetime>
  </property>
  <property fmtid="{D5CDD505-2E9C-101B-9397-08002B2CF9AE}" pid="5" name="Producer">
    <vt:lpwstr>Microsoft® Word 2021</vt:lpwstr>
  </property>
</Properties>
</file>